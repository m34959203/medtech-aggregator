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WbYcNJw3OOEz6FvEe4yeXnE+H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r>
              <a:t>МедЦена — агрегатор цен на медуслуги</a:t>
            </a:r>
          </a:p>
          <a:p>
            <a:r>
              <a:t>и обработка архива прайсов клиник (Кейс 1 + Кейс 2)</a:t>
            </a: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Команда TechnoKod</a:t>
            </a: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356099" cy="7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3736575" y="4670225"/>
            <a:ext cx="23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Караганда 202</a:t>
            </a:r>
            <a:r>
              <a:rPr lang="ru"/>
              <a:t>6</a:t>
            </a: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Краткое описание проделанной работы</a:t>
            </a:r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>Что сделали — один продукт на оба кейса</a:t>
            </a:r>
            <a:endParaRPr/>
          </a:p>
          <a:p>
            <a:pPr lvl="1"/>
            <a:r>
              <a:t>Клиника загружает прайс в любом формате (PDF / скан / DOCX / XLSX) → система сама парсит и нормализует услуги к единому справочнику → они попадают в публичный агрегатор, где пациент сравнивает цены и выбирает, где сделать услугу.</a:t>
            </a:r>
          </a:p>
          <a:p>
            <a:pPr/>
            <a:r>
              <a:t>Какие ресурсы использовали</a:t>
            </a:r>
          </a:p>
          <a:p>
            <a:pPr lvl="1"/>
            <a:r>
              <a:t>FastAPI + PostgreSQL 16 / pgvector · Next.js 15 · Gemini 2.5-flash (Vertex AI) — нормализация и чат-помощник · OCR (tesseract rus/kaz/eng) · эмбеддинги (fastembed) · Яндекс.Карты · WhatsApp · Docker. Прод: medtech.technokod.kz</a:t>
            </a:r>
          </a:p>
          <a:p>
            <a:pPr/>
            <a:r>
              <a:t>Какие результаты получили</a:t>
            </a:r>
          </a:p>
          <a:p>
            <a:pPr lvl="1"/>
            <a:r>
              <a:t>В базе: 107 клиник · 1985 услуг · 10 078 цен · 14 городов Казахстана.</a:t>
            </a:r>
          </a:p>
          <a:p>
            <a:pPr lvl="1"/>
            <a:r>
              <a:t>Боевой прогон архива хакатона: 10 документов всех форматов, автонормализация 72% (цель ≥70% достигнута); резидент/нерезидент, версионирование цен, сохранение оригиналов, очередь ручного ревью.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Демонстрация прототипа</a:t>
            </a:r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>Живой прод: medtech.technokod.kz — витрина пациента · /admin — оператор · /docs — OpenAPI</a:t>
            </a:r>
            <a:endParaRPr/>
          </a:p>
          <a:p>
            <a:pPr/>
            <a:r>
              <a:t>Пациент (Кейс 1)</a:t>
            </a:r>
          </a:p>
          <a:p>
            <a:pPr lvl="1"/>
            <a:r>
              <a:t>Поиск с автодополнением, фильтры (город/категория/цена/рейтинг/онлайн-запись), сортировки (цена/расстояние/дата); карта клиник с кнопкой «Отправить координаты в WhatsApp»; сравнение клиник таблицей; история цен; подписка на снижение цены.</a:t>
            </a:r>
          </a:p>
          <a:p>
            <a:pPr lvl="1"/>
            <a:r>
              <a:t>Чат-помощник (Gemini): диалоговый поиск по витрине + фото/скан направления → OCR → цены.</a:t>
            </a:r>
          </a:p>
          <a:p>
            <a:pPr/>
            <a:r>
              <a:t>Оператор (Кейс 2)</a:t>
            </a:r>
          </a:p>
          <a:p>
            <a:pPr lvl="1"/>
            <a:r>
              <a:t>Загрузка архива прайсов (ZIP, все форматы) → авто-нормализация (code-first по коду тарификатора) + очередь ревью + сохранение оригиналов + повторная обработка; дашборд качества обработки.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