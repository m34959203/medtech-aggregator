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jWbYcNJw3OOEz6FvEe4yeXnE+H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/>
              <a:t>название кейса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номер команды</a:t>
            </a:r>
            <a:endParaRPr/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356099" cy="7445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3736575" y="4670225"/>
            <a:ext cx="23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Караганда 202</a:t>
            </a:r>
            <a:r>
              <a:rPr lang="ru"/>
              <a:t>6</a:t>
            </a:r>
            <a:r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Краткое описание проделанной работы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/>
              <a:t>Какие ресурсы были использованы?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ru"/>
              <a:t>Какие результаты получили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Демонстрация прототипа </a:t>
            </a:r>
            <a:endParaRPr/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